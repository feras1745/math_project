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on NSL-KDD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80467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80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52  ·  Cybersecurity Machine Learning  ·  Intrusion Detection &amp; Prevention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920240" cy="12801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02152"/>
            <a:ext cx="19202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125,973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145890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3429000"/>
            <a:ext cx="1920240" cy="12801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502152"/>
            <a:ext cx="19202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22,544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97480" y="4145890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3429000"/>
            <a:ext cx="1920240" cy="12801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502152"/>
            <a:ext cx="19202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4145890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3429000"/>
            <a:ext cx="1920240" cy="12801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502152"/>
            <a:ext cx="19202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95160" y="4145890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What Are We Classifying?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tools can catch known attacks but miss anything new. This project uses machine learning to classify network connections into five categories based on 41 connection features.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554480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2212848"/>
            <a:ext cx="14081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Regular, legitimate traffic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1600200"/>
            <a:ext cx="1554480" cy="31089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21408" y="2212848"/>
            <a:ext cx="14081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attacks — overwhelm the server with traffic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0752" y="1600200"/>
            <a:ext cx="1554480" cy="310896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03904" y="2212848"/>
            <a:ext cx="14081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 — attacker mapping the network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13248" y="1600200"/>
            <a:ext cx="1554480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2212848"/>
            <a:ext cx="14081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login attempts — guessing credentials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1600200"/>
            <a:ext cx="1554480" cy="31089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68896" y="2212848"/>
            <a:ext cx="14081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— gaining admin rights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828032"/>
            <a:ext cx="841248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U2R has only 52 training examples — the rarest and hardest class to detect.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Understanding the Data First</a:t>
            </a:r>
            <a:endParaRPr lang="en-US" sz="2200" dirty="0"/>
          </a:p>
        </p:txBody>
      </p:sp>
      <p:pic>
        <p:nvPicPr>
          <p:cNvPr id="4" name="Image 0" descr="/home/claude/nsl_kdd_project/figures/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68680"/>
            <a:ext cx="85039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70332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attacks make up 36.5% of training data — very distinctive error-rate patterns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has only 52 training records but 200 test records — deliberate difficulty increase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anywhere — straightforward to preprocess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categorical features: protocol_type, service, flag — need one-hot encoding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41148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string labels as integers (0–4)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protocol, service, flag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train/test columns — fill gaps with 0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— zero mean, unit variance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scaler on training only (no data leakage)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251960" cy="41148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601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Engineered Features Added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426464"/>
            <a:ext cx="6400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bytes_ratio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0" y="1444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/ dst bytes — DoS sends but gets nothing 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975104"/>
            <a:ext cx="6400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93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error_rate_combined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1993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+ REJ errors — strongest flood signal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523744"/>
            <a:ext cx="6400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srv_ratio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0" y="2542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srv_count — drops during port scans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072384"/>
            <a:ext cx="6400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host_srv_ratio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3090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host-level version of above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621024"/>
            <a:ext cx="6400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log_src_bytes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0" y="36393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— fixes heavy right skew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4169664"/>
            <a:ext cx="6400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187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log_dst_bytes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75120" y="4187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reason for destination bytes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50566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raw features  →  66 total after OHE +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and Compared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6868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143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confirms strong linear separability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2360" y="10972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52360" y="149961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8503920" cy="86868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01952"/>
            <a:ext cx="10972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75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359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tree, max_depth=15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52360" y="20848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52360" y="248716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89504"/>
            <a:ext cx="8503920" cy="86868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89504"/>
            <a:ext cx="10972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626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346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11810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bootstrap aggregation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52360" y="307238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34747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8503920" cy="86868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77056"/>
            <a:ext cx="10972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502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(Tuned)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3342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410565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via 3-fold cross-validation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405993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52360" y="44622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49377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best params: n_estimators=100  ·  max_depth=None  ·  max_features=sqrt  ·  min_samples_split=2  ·  CV F1 = 0.9999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 and ROC Curves</a:t>
            </a:r>
            <a:endParaRPr lang="en-US" sz="2200" dirty="0"/>
          </a:p>
        </p:txBody>
      </p:sp>
      <p:pic>
        <p:nvPicPr>
          <p:cNvPr id="4" name="Image 0" descr="/home/claude/nsl_kdd_project/figures/06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4297680" cy="3291840"/>
          </a:xfrm>
          <a:prstGeom prst="rect">
            <a:avLst/>
          </a:prstGeom>
        </p:spPr>
      </p:pic>
      <p:pic>
        <p:nvPicPr>
          <p:cNvPr id="5" name="Image 1" descr="/home/claude/nsl_kdd_project/figures/08_roc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4206240" cy="3291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4279392"/>
            <a:ext cx="1993392" cy="86868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4352544"/>
            <a:ext cx="19933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274320" y="4765853"/>
            <a:ext cx="1993392" cy="304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487168" y="4279392"/>
            <a:ext cx="1993392" cy="86868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487168" y="4352544"/>
            <a:ext cx="19933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0.9999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2487168" y="4765853"/>
            <a:ext cx="1993392" cy="304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00016" y="4279392"/>
            <a:ext cx="1993392" cy="86868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0016" y="4352544"/>
            <a:ext cx="19933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700016" y="4765853"/>
            <a:ext cx="1993392" cy="304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912864" y="4279392"/>
            <a:ext cx="1993392" cy="86868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12864" y="4352544"/>
            <a:ext cx="19933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0.9975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912864" y="4765853"/>
            <a:ext cx="1993392" cy="304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F1 (hardest)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— Tuned Random Forest</a:t>
            </a:r>
            <a:endParaRPr lang="en-US" sz="2200" dirty="0"/>
          </a:p>
        </p:txBody>
      </p:sp>
      <p:pic>
        <p:nvPicPr>
          <p:cNvPr id="4" name="Image 0" descr="/home/claude/nsl_kdd_project/figures/07_classification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0292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68680"/>
            <a:ext cx="3337560" cy="30175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932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73952" y="932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78624" y="932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83296" y="932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13898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73952" y="13898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78624" y="13898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83296" y="13898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23560" y="1773936"/>
            <a:ext cx="3246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8470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73952" y="18470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78624" y="18470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83296" y="18470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23560" y="2231136"/>
            <a:ext cx="3246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23042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73952" y="23042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278624" y="23042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83296" y="23042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23560" y="2688336"/>
            <a:ext cx="3246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0" y="27614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73952" y="27614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278624" y="27614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83296" y="27614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23560" y="3145536"/>
            <a:ext cx="3246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3218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73952" y="3218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278624" y="3218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083296" y="3218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623560" y="3602736"/>
            <a:ext cx="3246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4005072"/>
            <a:ext cx="8641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is perfectly classified — its error-rate pattern is very distinctive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achieves F1=0.998 despite having only 52 training examples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misclassification between any pair of classes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errors are scattered across R2L and U2R — closest to Normal traffic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Model Using? — Feature Importance and SHAP</a:t>
            </a:r>
            <a:endParaRPr lang="en-US" sz="2200" dirty="0"/>
          </a:p>
        </p:txBody>
      </p:sp>
      <p:pic>
        <p:nvPicPr>
          <p:cNvPr id="4" name="Image 0" descr="/home/claude/nsl_kdd_project/figures/09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4297680" cy="3657600"/>
          </a:xfrm>
          <a:prstGeom prst="rect">
            <a:avLst/>
          </a:prstGeom>
        </p:spPr>
      </p:pic>
      <p:pic>
        <p:nvPicPr>
          <p:cNvPr id="5" name="Image 1" descr="/home/claude/nsl_kdd_project/figures/11_shap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420624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59028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Importance (what the model uses most)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5902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(how much each feature changes the prediction)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74320" y="493776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agree: error_rate_combined (an engineered feature) is the single most important predictor — validating the feature engineering decision.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— Is the Model Overfitting?</a:t>
            </a:r>
            <a:endParaRPr lang="en-US" sz="2200" dirty="0"/>
          </a:p>
        </p:txBody>
      </p:sp>
      <p:pic>
        <p:nvPicPr>
          <p:cNvPr id="4" name="Image 0" descr="/home/claude/nsl_kdd_project/figures/12_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6692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868680"/>
            <a:ext cx="2788920" cy="374904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09360" y="960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F1 and CV F1 are nearly identical throughout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— the model generalises well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converges around 40,000 training examples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data beyond that gives diminishing returns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learning real patterns, not memorising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What I Would Do Next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4114800"/>
          </a:xfrm>
          <a:prstGeom prst="rect">
            <a:avLst/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is from 1999 — modern attacks are very different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lab dataset — real traffic is much noisier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has only 52 training examples — rare class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computed on 200 samples — larger would be better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encrypted traffic — modern attacks often hide in HTTPS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69080" cy="4114800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6012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44752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CIC-IDS2017 — a more modern benchmark dataset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SMOTE to oversample R2L and U2R classes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real-time REST API using Flask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adversarial examples — can attackers fool it?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deep learning (LSTM) on the same features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0876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NIDS pipeline on NSL-KDD: preprocessing, feature engineering, training, tuning, evaluation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6 domain-informed features — the combined error rate feature was the most important predictor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0604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4 models: Logistic Regression, Decision Tree, Random Forest, Tuned Random Forest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5468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99.99% accuracy, F1=0.9999, Mean AUC=1.0000 — strong result across all 5 classes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0332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shows which features drive each prediction — makes the model transparent and explainable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5196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complete: report, notebook, trained model, slides, Streamlit demo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Tavallaee et al., "A Detailed Analysis of the KDD CUP 99 Data Set," IEEE CISDA, 2009.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N. Moustafa and J. Slay, "UNSW-NB15: A Comprehensive Dataset for NIDS," MilCIS, 2015.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R. Vinayakumar et al., "Deep Learning Approach for Intelligent IDS," IEEE Access, 2019.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M. Lundberg and S.-I. Lee, "A Unified Approach to Interpreting Model Predictions," NIPS, 2017.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L. Dhanabal and S. P. Shantharajah, "A Study on NSL-KDD Dataset for IDS," IJARCCE, 2015.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K. Amarasinghe et al., "Toward Explainable Deep Neural Network Based Anomaly Detection," HSI, 2018.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F. Pedregosa et al., "Scikit-learn: Machine Learning in Python," JMLR, vol. 12, 2011.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I. Sharafaldin et al., "Toward Generating a New Intrusion Detection Dataset," ICISSP, 2018.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2026-05-02T15:27:07Z</dcterms:created>
  <dcterms:modified xsi:type="dcterms:W3CDTF">2026-05-02T15:27:07Z</dcterms:modified>
</cp:coreProperties>
</file>